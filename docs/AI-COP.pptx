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A6043-BA4E-13C8-83AD-119B5F6C2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A00D87-CFB3-D82A-707A-76F2262D2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09C58-2413-1A4D-309A-765A4EA4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9CABC4-6F2B-8653-5F50-D18F9290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E1E3D9-EB6A-FAC1-5301-2A661842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95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BA685-29CE-5403-E13C-03B9F2BE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1B6B9D-A050-A64F-E841-EAA813506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29A3A7-F61B-52E6-A7C8-E6ACD3B3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F2E2E6-6E3A-91AF-3DCC-DAB9608A0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380610-7BCA-C810-87BB-6D091F51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0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1636C-A7A4-60B1-006D-A8F3A5B05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6283B9-B0ED-19E5-8B70-D07EE0C6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BFD480-BD50-ABC4-94BA-E58A90AE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2D60AF-F7C8-AEBC-D7CA-7ADFF19E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4F2A37-05C1-F808-863D-33F461FB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34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60934-16F4-FE89-C418-42E37F87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9DEFA5-1B68-5D37-C4C9-4BBCA738B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703BC9-2DB1-5015-955B-191DEF543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FA3A80-C85F-8297-A5CA-1FD6DC3E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46BF71-9894-851A-21A9-620945C7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0FDA03-73DB-C8A8-A4CB-1F01EFC0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5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FD1E6-FD2A-4A90-A2CF-DA27E198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EA3885-66EC-FBE9-A1EF-E92834466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2EFFF7-01BA-A3DC-9215-E83D3AACE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26B07C-15F5-F276-EA39-6A64F8003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4EC04B-B300-DFE9-19D3-22F9A1F43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DA3B03-C439-C11E-F73B-9D92770E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6690D6-A24F-C493-5995-D24955EA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DB30BE-EF86-4E60-418E-4EFB45C1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65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129CA-89D9-A05A-C4D6-6DDF4474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765932-34F7-053A-B94F-A4D4CFC2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A324D9-6E9D-E4B2-3BA0-4D01B806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C9C04D-4B8B-B9EB-FC48-9D2BA6C3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184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CF70DE-9378-50F2-3848-26159AE5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C62764-4768-C556-6383-FECB045A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CC53D-1001-CC99-B020-FFEF3B6D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254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AE3B7-A421-8DC5-03D6-1D5C2055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DFD3C5-D616-D54F-A4D3-D99CF24BD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03692-4818-6328-5DD6-D6E222DBD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F7E8CF-E58C-D058-6FC0-EBF89325B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ADF164-D662-17D0-440E-FD0FF0DF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C316A6-2AE3-95D0-DFEE-7948ACD4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49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830CB-1227-92F9-3ED6-DAF3491C2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2A6271-F0F4-29E6-E490-49BE1C979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2132F9-B78E-9D17-45E1-DCB1B3430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18C810-4BAA-0FC9-8406-C8D62018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2F253C-EA8D-E3A3-7BA6-34D49E6C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8ADE8A-E275-8E49-2B06-7B8DD67A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7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0F26A-1838-967E-4B3A-E6C7C554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2C3D2B-D4E2-7467-2D41-34BE1F82D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35FA0-B2D5-1C67-8EFC-F333BDE9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BE26B-CC0F-E602-1A3D-33271731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70543-9997-5A2A-8839-5A6A9E11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4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198A1B-0E75-40B1-B069-B99068BE9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0AE905-5E4C-9AF8-2142-1CE74650A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013115-075C-6969-4ACA-D4E865CF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55220B-5207-B024-8797-C9C21869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6EFE2-F106-AF68-F8C3-7A903886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69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C1C9AE-3A27-67E3-9CF4-C32989E7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D3D78A-4D2E-2646-5F05-893578B99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C66F45-39B3-8ABE-49CE-B4828662A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DA96B-2913-48C5-911D-F69528D6BB2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5A6B99-030B-A9EF-5133-44A36CB48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6DCD49-BC88-1B81-4370-C5829EDC6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EE9B0-7E8C-4AAD-A80C-02FB894E7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04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90813-4C3E-CB4C-28BD-A46E1352EE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b="1" dirty="0"/>
              <a:t>Exploring the World of Large Language Models</a:t>
            </a:r>
            <a:endParaRPr lang="zh-CN" altLang="en-US" sz="54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2F70E5-791B-4D8F-E600-BCB220E9C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1581F5-69FD-A7F7-792A-0B84D147CE8C}"/>
              </a:ext>
            </a:extLst>
          </p:cNvPr>
          <p:cNvSpPr txBox="1"/>
          <p:nvPr/>
        </p:nvSpPr>
        <p:spPr>
          <a:xfrm>
            <a:off x="9722887" y="6183477"/>
            <a:ext cx="2114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Presenter: Harry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25DF5E-8A65-D41D-0FD5-848940D03765}"/>
              </a:ext>
            </a:extLst>
          </p:cNvPr>
          <p:cNvSpPr txBox="1"/>
          <p:nvPr/>
        </p:nvSpPr>
        <p:spPr>
          <a:xfrm>
            <a:off x="9020369" y="5814145"/>
            <a:ext cx="2680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AI COP Learning Series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6103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BB4B2-74EC-481E-525F-D0ABDA2C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77196" cy="791870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Topics We Will Cover in This Series</a:t>
            </a:r>
            <a:endParaRPr lang="zh-CN" altLang="en-US" sz="36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1853B7-DAEF-7478-34AA-76041CFF9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731"/>
            <a:ext cx="10563808" cy="5187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Basics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LLM Basics &amp; History</a:t>
            </a:r>
            <a:endParaRPr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What LLMs Can Do (Capabilities)</a:t>
            </a:r>
            <a:endParaRPr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Limitations &amp; Safety</a:t>
            </a:r>
            <a:endParaRPr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Prompt Engineering</a:t>
            </a:r>
            <a:endParaRPr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Building a Simple Chatbot</a:t>
            </a:r>
            <a:endParaRPr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RAG (Retrieval-Augmented Generation)</a:t>
            </a:r>
            <a:endParaRPr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Intro to AI Agents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Building Your Own AI Assistant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2400" b="1" dirty="0"/>
              <a:t>Advanced Topics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Multi-Agent Systems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Deep Learning Models and Training Processing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Intro to Transformer Model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Inference Optimization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1800" b="1" dirty="0"/>
              <a:t>Intro to Fine-Tuning</a:t>
            </a:r>
            <a:endParaRPr lang="en-US" altLang="zh-CN" sz="1800" dirty="0"/>
          </a:p>
        </p:txBody>
      </p:sp>
      <p:sp>
        <p:nvSpPr>
          <p:cNvPr id="4" name="AutoShape 6" descr="AI Consulting and Implementation Services - Sigma Software">
            <a:extLst>
              <a:ext uri="{FF2B5EF4-FFF2-40B4-BE49-F238E27FC236}">
                <a16:creationId xmlns:a16="http://schemas.microsoft.com/office/drawing/2014/main" id="{2B2FACD7-CFB9-8017-576B-6817674CCD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0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AI_COP</Template>
  <TotalTime>109</TotalTime>
  <Words>75</Words>
  <Application>Microsoft Office PowerPoint</Application>
  <PresentationFormat>宽屏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Exploring the World of Large Language Models</vt:lpstr>
      <vt:lpstr>Topics We Will Cover in This Series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 刘</dc:creator>
  <cp:lastModifiedBy>浩 刘</cp:lastModifiedBy>
  <cp:revision>2</cp:revision>
  <dcterms:created xsi:type="dcterms:W3CDTF">2025-11-26T11:35:08Z</dcterms:created>
  <dcterms:modified xsi:type="dcterms:W3CDTF">2025-11-26T13:26:02Z</dcterms:modified>
</cp:coreProperties>
</file>